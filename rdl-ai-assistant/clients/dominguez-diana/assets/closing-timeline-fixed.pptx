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7772400" cy="10058400"/>
  <p:notesSz cx="6858000" cy="9144000"/>
  <p:embeddedFontLst>
    <p:embeddedFont>
      <p:font typeface="Montserrat" pitchFamily="2" charset="77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3" autoAdjust="0"/>
    <p:restoredTop sz="95921" autoAdjust="0"/>
  </p:normalViewPr>
  <p:slideViewPr>
    <p:cSldViewPr>
      <p:cViewPr>
        <p:scale>
          <a:sx n="160" d="100"/>
          <a:sy n="160" d="100"/>
        </p:scale>
        <p:origin x="1976" y="-37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presProps" Target="presProps.xml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8951" y="6624623"/>
            <a:ext cx="3779837" cy="2656537"/>
            <a:chOff x="0" y="0"/>
            <a:chExt cx="1692280" cy="11893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2280" cy="1189365"/>
            </a:xfrm>
            <a:custGeom>
              <a:avLst/>
              <a:gdLst/>
              <a:ahLst/>
              <a:cxnLst/>
              <a:rect l="l" t="t" r="r" b="b"/>
              <a:pathLst>
                <a:path w="1692280" h="1189365">
                  <a:moveTo>
                    <a:pt x="0" y="0"/>
                  </a:moveTo>
                  <a:lnTo>
                    <a:pt x="1692280" y="0"/>
                  </a:lnTo>
                  <a:lnTo>
                    <a:pt x="1692280" y="1189365"/>
                  </a:lnTo>
                  <a:lnTo>
                    <a:pt x="0" y="1189365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18951" y="2964260"/>
            <a:ext cx="3779837" cy="3081574"/>
            <a:chOff x="0" y="0"/>
            <a:chExt cx="2668755" cy="21757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68755" cy="2175746"/>
            </a:xfrm>
            <a:custGeom>
              <a:avLst/>
              <a:gdLst/>
              <a:ahLst/>
              <a:cxnLst/>
              <a:rect l="l" t="t" r="r" b="b"/>
              <a:pathLst>
                <a:path w="2668755" h="2175746">
                  <a:moveTo>
                    <a:pt x="0" y="0"/>
                  </a:moveTo>
                  <a:lnTo>
                    <a:pt x="2668755" y="0"/>
                  </a:lnTo>
                  <a:lnTo>
                    <a:pt x="2668755" y="2175746"/>
                  </a:lnTo>
                  <a:lnTo>
                    <a:pt x="0" y="2175746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26924" y="21099082"/>
            <a:ext cx="7772400" cy="670472"/>
            <a:chOff x="0" y="0"/>
            <a:chExt cx="5487706" cy="4733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7706" cy="473387"/>
            </a:xfrm>
            <a:custGeom>
              <a:avLst/>
              <a:gdLst/>
              <a:ahLst/>
              <a:cxnLst/>
              <a:rect l="l" t="t" r="r" b="b"/>
              <a:pathLst>
                <a:path w="5487706" h="473387">
                  <a:moveTo>
                    <a:pt x="0" y="0"/>
                  </a:moveTo>
                  <a:lnTo>
                    <a:pt x="5487706" y="0"/>
                  </a:lnTo>
                  <a:lnTo>
                    <a:pt x="5487706" y="473387"/>
                  </a:lnTo>
                  <a:lnTo>
                    <a:pt x="0" y="473387"/>
                  </a:lnTo>
                  <a:close/>
                </a:path>
              </a:pathLst>
            </a:custGeom>
            <a:solidFill>
              <a:srgbClr val="F4F2EF">
                <a:alpha val="77647"/>
              </a:srgbClr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3700421" y="1450859"/>
            <a:ext cx="381083" cy="385996"/>
          </a:xfrm>
          <a:custGeom>
            <a:avLst/>
            <a:gdLst/>
            <a:ahLst/>
            <a:cxnLst/>
            <a:rect l="l" t="t" r="r" b="b"/>
            <a:pathLst>
              <a:path w="381083" h="385996">
                <a:moveTo>
                  <a:pt x="0" y="0"/>
                </a:moveTo>
                <a:lnTo>
                  <a:pt x="381083" y="0"/>
                </a:lnTo>
                <a:lnTo>
                  <a:pt x="381083" y="385996"/>
                </a:lnTo>
                <a:lnTo>
                  <a:pt x="0" y="385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1463097" y="1450859"/>
            <a:ext cx="360747" cy="341357"/>
          </a:xfrm>
          <a:custGeom>
            <a:avLst/>
            <a:gdLst/>
            <a:ahLst/>
            <a:cxnLst/>
            <a:rect l="l" t="t" r="r" b="b"/>
            <a:pathLst>
              <a:path w="360747" h="341357">
                <a:moveTo>
                  <a:pt x="0" y="0"/>
                </a:moveTo>
                <a:lnTo>
                  <a:pt x="360747" y="0"/>
                </a:lnTo>
                <a:lnTo>
                  <a:pt x="360747" y="341357"/>
                </a:lnTo>
                <a:lnTo>
                  <a:pt x="0" y="3413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 rot="-360166">
            <a:off x="5705859" y="1512427"/>
            <a:ext cx="464736" cy="262860"/>
          </a:xfrm>
          <a:custGeom>
            <a:avLst/>
            <a:gdLst/>
            <a:ahLst/>
            <a:cxnLst/>
            <a:rect l="l" t="t" r="r" b="b"/>
            <a:pathLst>
              <a:path w="464736" h="262860">
                <a:moveTo>
                  <a:pt x="0" y="0"/>
                </a:moveTo>
                <a:lnTo>
                  <a:pt x="464736" y="0"/>
                </a:lnTo>
                <a:lnTo>
                  <a:pt x="464736" y="262860"/>
                </a:lnTo>
                <a:lnTo>
                  <a:pt x="0" y="262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>
            <a:off x="0" y="609600"/>
            <a:ext cx="7772400" cy="670472"/>
            <a:chOff x="0" y="0"/>
            <a:chExt cx="5603334" cy="4733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03334" cy="473387"/>
            </a:xfrm>
            <a:custGeom>
              <a:avLst/>
              <a:gdLst/>
              <a:ahLst/>
              <a:cxnLst/>
              <a:rect l="l" t="t" r="r" b="b"/>
              <a:pathLst>
                <a:path w="5603334" h="473387">
                  <a:moveTo>
                    <a:pt x="0" y="0"/>
                  </a:moveTo>
                  <a:lnTo>
                    <a:pt x="5603334" y="0"/>
                  </a:lnTo>
                  <a:lnTo>
                    <a:pt x="5603334" y="473387"/>
                  </a:lnTo>
                  <a:lnTo>
                    <a:pt x="0" y="473387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708449" y="2964260"/>
            <a:ext cx="2465030" cy="6306891"/>
            <a:chOff x="0" y="0"/>
            <a:chExt cx="1740435" cy="445298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40435" cy="4452983"/>
            </a:xfrm>
            <a:custGeom>
              <a:avLst/>
              <a:gdLst/>
              <a:ahLst/>
              <a:cxnLst/>
              <a:rect l="l" t="t" r="r" b="b"/>
              <a:pathLst>
                <a:path w="1740435" h="4452983">
                  <a:moveTo>
                    <a:pt x="0" y="0"/>
                  </a:moveTo>
                  <a:lnTo>
                    <a:pt x="1740435" y="0"/>
                  </a:lnTo>
                  <a:lnTo>
                    <a:pt x="1740435" y="4452983"/>
                  </a:lnTo>
                  <a:lnTo>
                    <a:pt x="0" y="4452983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</p:spPr>
        </p:sp>
      </p:grpSp>
      <p:sp>
        <p:nvSpPr>
          <p:cNvPr id="15" name="AutoShape 15"/>
          <p:cNvSpPr/>
          <p:nvPr/>
        </p:nvSpPr>
        <p:spPr>
          <a:xfrm rot="5400000">
            <a:off x="2565476" y="2063886"/>
            <a:ext cx="55286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 rot="5400000">
            <a:off x="4689117" y="2063886"/>
            <a:ext cx="55286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4638730" y="9342600"/>
            <a:ext cx="2812920" cy="638355"/>
          </a:xfrm>
          <a:custGeom>
            <a:avLst/>
            <a:gdLst/>
            <a:ahLst/>
            <a:cxnLst/>
            <a:rect l="l" t="t" r="r" b="b"/>
            <a:pathLst>
              <a:path w="3124313" h="709021">
                <a:moveTo>
                  <a:pt x="0" y="0"/>
                </a:moveTo>
                <a:lnTo>
                  <a:pt x="3124313" y="0"/>
                </a:lnTo>
                <a:lnTo>
                  <a:pt x="3124313" y="709021"/>
                </a:lnTo>
                <a:lnTo>
                  <a:pt x="0" y="7090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5422" r="-973" b="-1747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-89122" y="7950199"/>
            <a:ext cx="1731289" cy="2164111"/>
          </a:xfrm>
          <a:custGeom>
            <a:avLst/>
            <a:gdLst/>
            <a:ahLst/>
            <a:cxnLst/>
            <a:rect l="l" t="t" r="r" b="b"/>
            <a:pathLst>
              <a:path w="1731289" h="2164111">
                <a:moveTo>
                  <a:pt x="0" y="0"/>
                </a:moveTo>
                <a:lnTo>
                  <a:pt x="1731289" y="0"/>
                </a:lnTo>
                <a:lnTo>
                  <a:pt x="1731289" y="2164111"/>
                </a:lnTo>
                <a:lnTo>
                  <a:pt x="0" y="21641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321401" y="9309607"/>
            <a:ext cx="2373207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325.829.2839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3097" y="9510267"/>
            <a:ext cx="2373207" cy="15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7"/>
              </a:lnSpc>
            </a:pPr>
            <a:r>
              <a:rPr lang="en-US" sz="11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Diana.dominguez@icloud.com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4590" y="609257"/>
            <a:ext cx="3735836" cy="655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4800" dirty="0">
                <a:solidFill>
                  <a:srgbClr val="1A1714"/>
                </a:solidFill>
                <a:latin typeface="Brittany"/>
                <a:ea typeface="Brittany"/>
                <a:cs typeface="Brittany"/>
                <a:sym typeface="Brittany"/>
              </a:rPr>
              <a:t>Congratulations!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3406" y="9699878"/>
            <a:ext cx="2373207" cy="15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7"/>
              </a:lnSpc>
            </a:pPr>
            <a:r>
              <a:rPr lang="en-US" sz="11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www.pcsingtolittlerock.com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6212" y="2535581"/>
            <a:ext cx="2943585" cy="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1A1714"/>
                </a:solidFill>
                <a:latin typeface="Brittany"/>
                <a:ea typeface="Brittany"/>
                <a:cs typeface="Brittany"/>
                <a:sym typeface="Brittany"/>
              </a:rPr>
              <a:t>Here's  the Timeline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11601" y="1883119"/>
            <a:ext cx="1749198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PURCHASE PRICE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4507" y="1948841"/>
            <a:ext cx="213247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123 Placeholder Ave.</a:t>
            </a:r>
          </a:p>
          <a:p>
            <a:pPr algn="ctr">
              <a:lnSpc>
                <a:spcPts val="132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Seattle, Washington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29000" y="274035"/>
            <a:ext cx="3983559" cy="249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We are officially </a:t>
            </a:r>
            <a:r>
              <a:rPr lang="en-US" sz="1500" b="1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under contract!!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54501" y="1913598"/>
            <a:ext cx="1767453" cy="16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2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EARNEST MONEY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6523" y="3285569"/>
            <a:ext cx="2321254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EFFECTIVE DATE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7240" y="3654631"/>
            <a:ext cx="279647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EARNEST MONEY DUE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6523" y="4388691"/>
            <a:ext cx="235628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INSPECTION PERIOD ENDS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7240" y="4755721"/>
            <a:ext cx="1822769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APPRAISAL DATE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6523" y="5122750"/>
            <a:ext cx="2321254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FINAL WALK-THROUGH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7240" y="5489780"/>
            <a:ext cx="2321254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CLOSING DATE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189745" y="2088859"/>
            <a:ext cx="1373860" cy="16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$10,000,000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51297" y="2090763"/>
            <a:ext cx="1373860" cy="16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149519" y="3285569"/>
            <a:ext cx="114650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149519" y="3654631"/>
            <a:ext cx="1147222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253814" y="4388691"/>
            <a:ext cx="1042927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253814" y="4755721"/>
            <a:ext cx="1042927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PENDING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253814" y="5122750"/>
            <a:ext cx="1042209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253814" y="5489780"/>
            <a:ext cx="1042927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09A5EDA-3E76-CC6D-F23B-6846E60853E3}"/>
              </a:ext>
            </a:extLst>
          </p:cNvPr>
          <p:cNvGrpSpPr/>
          <p:nvPr/>
        </p:nvGrpSpPr>
        <p:grpSpPr>
          <a:xfrm>
            <a:off x="4913167" y="3166627"/>
            <a:ext cx="2260312" cy="1312625"/>
            <a:chOff x="4913167" y="3166627"/>
            <a:chExt cx="2260312" cy="1312625"/>
          </a:xfrm>
        </p:grpSpPr>
        <p:sp>
          <p:nvSpPr>
            <p:cNvPr id="26" name="TextBox 26"/>
            <p:cNvSpPr txBox="1"/>
            <p:nvPr/>
          </p:nvSpPr>
          <p:spPr>
            <a:xfrm>
              <a:off x="4913167" y="3166627"/>
              <a:ext cx="2260312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TITLE COMPANY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13167" y="3414276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Lender’s Title Company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13167" y="3593346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203 Westport Drive #A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13167" y="3772415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Cabot AR 72023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13167" y="3951485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Allison Wells/Rose Betcher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13167" y="4130554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Phone: 501-843-2128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913167" y="4300100"/>
              <a:ext cx="2260312" cy="1791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1100" dirty="0" err="1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Email@company.com</a:t>
              </a:r>
              <a:endPara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036212" y="6131559"/>
            <a:ext cx="1730765" cy="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1A1714"/>
                </a:solidFill>
                <a:latin typeface="Brittany"/>
                <a:ea typeface="Brittany"/>
                <a:cs typeface="Brittany"/>
                <a:sym typeface="Brittany"/>
              </a:rPr>
              <a:t>Notes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6523" y="6710680"/>
            <a:ext cx="3485192" cy="381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We will wait to order appraisal until we get through the inspection period.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77240" y="7225665"/>
            <a:ext cx="3519501" cy="57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We will need to send you a survey authorization to order the survey however we will wait on that also until we come to an agreement on repairs.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63097" y="8245290"/>
            <a:ext cx="2714663" cy="14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6"/>
              </a:lnSpc>
            </a:pPr>
            <a:r>
              <a:rPr lang="en-US" sz="861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Please let me know if you have any questions!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6537397-4D56-7628-C02F-CCBEE49EF862}"/>
              </a:ext>
            </a:extLst>
          </p:cNvPr>
          <p:cNvGrpSpPr/>
          <p:nvPr/>
        </p:nvGrpSpPr>
        <p:grpSpPr>
          <a:xfrm>
            <a:off x="4887999" y="4633921"/>
            <a:ext cx="2285481" cy="1316021"/>
            <a:chOff x="4887999" y="4600360"/>
            <a:chExt cx="2285481" cy="1316021"/>
          </a:xfrm>
        </p:grpSpPr>
        <p:sp>
          <p:nvSpPr>
            <p:cNvPr id="27" name="TextBox 27"/>
            <p:cNvSpPr txBox="1"/>
            <p:nvPr/>
          </p:nvSpPr>
          <p:spPr>
            <a:xfrm>
              <a:off x="4887999" y="4600360"/>
              <a:ext cx="2285480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LENDER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13168" y="4841880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Lee Well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13168" y="5020950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123 Street Address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13168" y="5200020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City, State 12345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13168" y="5379089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Contact Name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13168" y="5558159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Phone: 123-456-7890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913168" y="5737229"/>
              <a:ext cx="2260312" cy="1791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1100" dirty="0" err="1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Email@company.com</a:t>
              </a:r>
              <a:endPara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793239" y="4021661"/>
            <a:ext cx="235628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INSPECTION DATE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237098" y="4021661"/>
            <a:ext cx="105892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PENDING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77E549D-3861-7E7E-9D87-7F4B9EF4FBBF}"/>
              </a:ext>
            </a:extLst>
          </p:cNvPr>
          <p:cNvGrpSpPr/>
          <p:nvPr/>
        </p:nvGrpSpPr>
        <p:grpSpPr>
          <a:xfrm>
            <a:off x="4913167" y="6104547"/>
            <a:ext cx="2260313" cy="954422"/>
            <a:chOff x="4913167" y="6033138"/>
            <a:chExt cx="2260313" cy="954422"/>
          </a:xfrm>
        </p:grpSpPr>
        <p:sp>
          <p:nvSpPr>
            <p:cNvPr id="62" name="TextBox 62"/>
            <p:cNvSpPr txBox="1"/>
            <p:nvPr/>
          </p:nvSpPr>
          <p:spPr>
            <a:xfrm>
              <a:off x="4913167" y="6033138"/>
              <a:ext cx="2260312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HOME INSPECTIONS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913168" y="6280788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Inspection Company Name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913168" y="6459858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Contact Name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913168" y="6638927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Phone: 123-456-7890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913168" y="6808472"/>
              <a:ext cx="2260312" cy="1790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1100" dirty="0" err="1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Email@company.com</a:t>
              </a:r>
              <a:endPara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CDF2C5A-7B51-8715-F936-86F524FAB88F}"/>
              </a:ext>
            </a:extLst>
          </p:cNvPr>
          <p:cNvGrpSpPr/>
          <p:nvPr/>
        </p:nvGrpSpPr>
        <p:grpSpPr>
          <a:xfrm>
            <a:off x="4884563" y="7213638"/>
            <a:ext cx="2268887" cy="807320"/>
            <a:chOff x="4884563" y="7104381"/>
            <a:chExt cx="2268887" cy="807320"/>
          </a:xfrm>
        </p:grpSpPr>
        <p:sp>
          <p:nvSpPr>
            <p:cNvPr id="67" name="TextBox 67"/>
            <p:cNvSpPr txBox="1"/>
            <p:nvPr/>
          </p:nvSpPr>
          <p:spPr>
            <a:xfrm>
              <a:off x="4884563" y="7104381"/>
              <a:ext cx="2267933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SURVEY COMPANY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884564" y="7352031"/>
              <a:ext cx="2268886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Kevin Beadle 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884564" y="7531101"/>
              <a:ext cx="2268886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Title Company will order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884564" y="7710171"/>
              <a:ext cx="2268886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Survey Authorization needed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EDE841A-FA78-45C0-679D-6E333E070A02}"/>
              </a:ext>
            </a:extLst>
          </p:cNvPr>
          <p:cNvGrpSpPr/>
          <p:nvPr/>
        </p:nvGrpSpPr>
        <p:grpSpPr>
          <a:xfrm>
            <a:off x="4885516" y="8175625"/>
            <a:ext cx="2287963" cy="954422"/>
            <a:chOff x="4885516" y="8175625"/>
            <a:chExt cx="2287963" cy="954422"/>
          </a:xfrm>
        </p:grpSpPr>
        <p:sp>
          <p:nvSpPr>
            <p:cNvPr id="71" name="TextBox 71"/>
            <p:cNvSpPr txBox="1"/>
            <p:nvPr/>
          </p:nvSpPr>
          <p:spPr>
            <a:xfrm>
              <a:off x="4885516" y="8175625"/>
              <a:ext cx="2287963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HOME INSURANCE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885516" y="8423275"/>
              <a:ext cx="2267933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Pending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885516" y="8602345"/>
              <a:ext cx="2267933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Contact Name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885516" y="8781414"/>
              <a:ext cx="2267933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Phone: 123-456-7890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885516" y="8950959"/>
              <a:ext cx="2267933" cy="1790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11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Email@company.com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5135650" y="2535581"/>
            <a:ext cx="1726436" cy="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1A1714"/>
                </a:solidFill>
                <a:latin typeface="Brittany"/>
                <a:ea typeface="Brittany"/>
                <a:cs typeface="Brittany"/>
                <a:sym typeface="Brittany"/>
              </a:rPr>
              <a:t>Contacts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201</Words>
  <Application>Microsoft Macintosh PowerPoint</Application>
  <PresentationFormat>Custom</PresentationFormat>
  <Paragraphs>59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Montserrat</vt:lpstr>
      <vt:lpstr>Arial</vt:lpstr>
      <vt:lpstr>Brittany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Closing Timeline - Gray</dc:title>
  <cp:lastModifiedBy>Jameson, James William PO1 USN FRCNW (USA)</cp:lastModifiedBy>
  <cp:revision>6</cp:revision>
  <dcterms:created xsi:type="dcterms:W3CDTF">2006-08-16T00:00:00Z</dcterms:created>
  <dcterms:modified xsi:type="dcterms:W3CDTF">2026-05-27T19:09:59Z</dcterms:modified>
  <dc:identifier>DAG22Hh8Avc</dc:identifier>
</cp:coreProperties>
</file>